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REPOSITORY TO FIRST CONTRIBUTION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Onboarder Bob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code. Find a safe first PR. Refine the plan with IBM Bob.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" y="2615184"/>
            <a:ext cx="6867144" cy="388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D3C8"/>
            </a:solidFill>
            <a:prstDash val="solid"/>
          </a:ln>
        </p:spPr>
      </p:sp>
      <p:pic>
        <p:nvPicPr>
          <p:cNvPr id="12" name="Image 0" descr="/Users/amitpandey/Project/codebase/onboarder_bob/assets/first-pr-in-onboa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642616"/>
            <a:ext cx="6812280" cy="3831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26680" y="29443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original Onboarder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726680" y="3685032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interactive codebase map, grounded starter tasks, and an optional IBM Bob review in one familiar workflow.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726680" y="5650992"/>
            <a:ext cx="3547872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5696712"/>
            <a:ext cx="3364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THEME +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PR starts with orientation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contributors need a clear map before they can choose a useful change.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3504" y="3474720"/>
            <a:ext cx="1092708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43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2743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execution begin?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3504" y="4526280"/>
            <a:ext cx="1092708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3794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modules matter most?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5577840"/>
            <a:ext cx="1092708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846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4846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small, testable change?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EXISTING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Onboarder already maps the codebase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hackathon build copies Amit’s existing project and keeps its Explorer, CLI, diagrams, search, and analysis.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" y="2560320"/>
            <a:ext cx="7415784" cy="3959352"/>
          </a:xfrm>
          <a:prstGeom prst="rect">
            <a:avLst/>
          </a:prstGeom>
          <a:solidFill>
            <a:srgbClr val="FFFFFF"/>
          </a:solidFill>
          <a:ln w="15240">
            <a:solidFill>
              <a:srgbClr val="D9D3C8"/>
            </a:solidFill>
            <a:prstDash val="solid"/>
          </a:ln>
        </p:spPr>
      </p:sp>
      <p:pic>
        <p:nvPicPr>
          <p:cNvPr id="12" name="Image 0" descr="/Users/amitpandey/Project/codebase/onboarder_bob/assets/onboarder-explo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87752"/>
            <a:ext cx="7360920" cy="39044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0" y="299008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E5D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204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83210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files scanned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0" y="428853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E5D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491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8321040" y="49560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connections mapped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NEW 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before suggestions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PR view reads actual scanned files, traces imports, identifies gaps, and exports a Markdown brief.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" y="2551176"/>
            <a:ext cx="7415784" cy="3968496"/>
          </a:xfrm>
          <a:prstGeom prst="rect">
            <a:avLst/>
          </a:prstGeom>
          <a:solidFill>
            <a:srgbClr val="FFFFFF"/>
          </a:solidFill>
          <a:ln w="15240">
            <a:solidFill>
              <a:srgbClr val="D9D3C8"/>
            </a:solidFill>
            <a:prstDash val="solid"/>
          </a:ln>
        </p:spPr>
      </p:sp>
      <p:pic>
        <p:nvPicPr>
          <p:cNvPr id="12" name="Image 0" descr="/Users/amitpandey/Project/codebase/onboarder_bob/assets/first-pr-in-onboa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578608"/>
            <a:ext cx="7360920" cy="39136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321040" y="2834640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5D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438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321040" y="35295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imports traced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321040" y="4215384"/>
            <a:ext cx="2560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5D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8321040" y="491032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files found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IN THE 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Bob refines the first PR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optional button sends only the generated brief to the official Bob Shell in read-only ask mode.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" y="2743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535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822960" y="3502152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22960" y="4133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Onboarder’s existing repository scanner.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80560" y="2743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9535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4690872" y="3502152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690872" y="4133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file and line evidence plus starter tasks.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48472" y="27432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3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8784" y="2953512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558784" y="3502152"/>
            <a:ext cx="30175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Refine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8558784" y="413308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IBM Bob proposes sequence, checks, and uncertainty.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0936" y="5687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Bob API key stays on the server. The local analysis works without 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66928"/>
            <a:ext cx="11173968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7373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7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onboarder.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452360" y="228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76809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+ VERIFIED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07899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a first contribution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773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original project extended with IBM Bob, grounded in repository evidence.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6510528"/>
            <a:ext cx="11018520" cy="0"/>
          </a:xfrm>
          <a:prstGeom prst="line">
            <a:avLst/>
          </a:prstGeom>
          <a:noFill/>
          <a:ln w="12700">
            <a:solidFill>
              <a:srgbClr val="D9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58368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PANDEY  /  ONBOARDER BOB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836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3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274320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E5D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691 passing tests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10515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A27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copied project is separate from the original Onboarder. The full source and setup steps are public.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" y="4892040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D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github.com/Amitpandey88/onboarder_bob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Onboarder Bob</dc:title>
  <dc:subject>IBM Bob 2.0 Hackathon</dc:subject>
  <dc:creator>Amit Pandey</dc:creator>
  <cp:lastModifiedBy>Amit Pandey</cp:lastModifiedBy>
  <cp:revision>1</cp:revision>
  <dcterms:created xsi:type="dcterms:W3CDTF">2026-09-27T14:00:31Z</dcterms:created>
  <dcterms:modified xsi:type="dcterms:W3CDTF">2026-09-27T14:00:31Z</dcterms:modified>
</cp:coreProperties>
</file>